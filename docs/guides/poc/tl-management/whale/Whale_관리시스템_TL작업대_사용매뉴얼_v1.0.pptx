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본문:
TrustList 관리 시스템
TL 작업대 사용 매뉴얼
네이버 웨일 개발자용
샘플 TL 비교 · 직접 발행 · API 수신 시험
v1.0 · 2026.10.28
근거: 배포본 확인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본문:
목차
1. 실행 환경 | Java 설정, 시작·종료, 접속 주소
2. 화면 구성 | 관리 시스템과 TL 작업대
3. 샘플 TL 비교 | TL 1 → PDF 검증 → TL 2 → 같은 조건으로 비교
4. 관리 TL 발행 | CA 등록 → 발행·제공 → 다운로드 → 상태 변경·재검증
5. 문제 해결 | 실행 오류와 TL 등록 오류
근거: 구현·배포본 확인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본문:
실행 환경
배포 폴더에서 Start-Poc.cmd를 실행합니다. 접속 포트는 config.json에서 변경합니다.
배포 폴더 | TrustList-PoC-Windows-20261028
Java | Java 21 · config.json의 javaHome에 JDK 루트를 지정합니다.
예: "javaHome": "C:/Java/jdk-21"
시작·상태·종료 | Start-Poc.cmd / Status-Poc.cmd / Stop-Poc.cmd
관리 시스템 | http://localhost:18081/#overview
TL 작업대 | http://localhost:18082/tl-poc.html
근거: 구현·배포본 확인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본문:
관리 시스템
운영 현황: 초기 자료는 사업자 4개, 서비스 10개입니다. CA 4개·OCSP 3개·TSA 3개로 구성합니다.
사업자·서비스: 서비스 인증서를 등록하고 인정·정지 상태를 변경합니다.
TL 발행: 초안을 검사하고 서명·발행한 뒤 공개 API로 제공할 TL을 선택합니다.
근거: 별도 배포본 실측 화면 · 2026-10-28 · 기본 접속 포트는 18081 / 18082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본문:
시험 자료
샘플 TL 비교는 새 배포 폴더에서 순번 1부터 진행합니다.
samples/tl-1.xml | 순번 1 · 시험 CA 인정
samples/tl-2.xml | 순번 2 · 시험 CA 정지
samples/signed.pdf | 두 TL로 검증할 동일한 PDF
samples/tl-root.pem | TL 서명 검증용 신뢰앵커 · 시작 스크립트에서 설정합니다.
samples/service-ca.pem | 관리 시스템에 등록할 PDF용 CA 인증서
평가시각 | 2026-10-27T00:00:00Z
근거: 구현·배포본 확인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본문:
샘플 TL 등록
샘플 TL 비교 · 1/4
파일 선택: 01 TL 적용에서 samples/tl-1.xml을 선택합니다.
내용 확인·검사: 발행정보, 사업자·서비스, 인증서와 인정 상태를 확인합니다.
TL 적용: 확인한 TL 적용을 누릅니다. 현재 적용 TL 읽기로 등록된 구조를 조회합니다.
근거: 별도 배포본 실측 화면 · 2026-10-28 · 기본 접속 포트는 18081 / 18082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본문:
PDF 검증
샘플 TL 비교 · 2/4
PDF: 02 서명 검증에서 samples/signed.pdf를 선택합니다.
평가시각: 2026-10-27T00:00:00Z를 입력합니다. 추가 인증서는 비워 둡니다.
실행: 실제 검증 실행·저장을 누릅니다. 서비스 인정 상태와 TL 신뢰 조건 충족을 확인합니다.
근거: 별도 배포본 실측 화면 · 2026-10-28 · 기본 접속 포트는 18081 / 18082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본문:
TL 변경·재검증
샘플 TL 비교 · 3/4
변경 확인: samples/tl-2.xml을 선택하고 내용 확인·검사를 누릅니다. 서비스 상태와 이력의 변경을 확인합니다.
TL 적용: 확인한 TL 적용을 누르고 현재 순번 2를 확인합니다.
재검증: 같은 signed.pdf와 평가시각으로 실제 검증 실행·저장을 다시 누릅니다.
근거: 별도 배포본 실측 화면 · 2026-10-28 · 기본 접속 포트는 18081 / 18082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본문:
검증 결과 비교
샘플 TL 비교 · 4/4 · 같은 PDF·평가시각에서 TL 변경에 따른 판단 차이를 확인합니다.
실행 선택: 03 결과 비교에서 TL 1 실행과 TL 2 실행을 선택하고 결과 비교를 누릅니다.
상태 변화: 인정 → 정지
TL 신뢰 조건 충족 → 불충족으로 바뀝니다.
유지되는 결과: 두 실행 모두 문서 무결성은 PASSED, 인증 경로는 VALID입니다.
근거: 별도 배포본 실측 화면 · 2026-10-28 · 기본 접속 포트는 18081 / 18082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본문:
관리 TL 시험 입력값
관리 화면에는 KST를, 작업대 평가시각에는 UTC를 입력합니다.
시작 환경 | 기존 환경을 Stop-Poc.cmd로 종료합니다. ZIP을 새 폴더에 풀고 시작합니다.
CA 서비스 | Whale PDF 시험 CA / CA / 공동인증 / 0 (RootCA)
인정 시작 | 2026-10-26 09:00:00 KST
첫 발행 | 정상(BASELINE) / 순번 1 / 2026-10-26 21:00:00 KST
정지 효력·평가시각 | 2026-10-27 09:00:00 KST = 2026-10-27T00:00:00Z
둘째 발행 | 정상(BASELINE) / 순번 2 / 2026-10-27 21:00:00 KST
NextUpdate | 두 발행 모두 시험 실행 시각 이후로 지정합니다.
근거: 구현·배포본 확인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본문:
CA 서비스 등록
관리 TL 발행 · 1/5
사업자 선택: 사업자·서비스에서 기존 사업자를 선택하고 서비스 등록을 누릅니다.
서비스 입력: 앞의 시험 입력값에 따라 CA 서비스와 인정 시작 시각을 입력합니다.
인증서 등록: samples/service-ca.pem을 등록하고 저장합니다. 서비스 수는 11개가 됩니다.
근거: 별도 배포본 실측 화면 · 2026-10-28 · 기본 접속 포트는 18081 / 18082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본문:
TL 서명·발행
관리 TL 발행 · 2/5
발행 설정: TL 발행에서 정상(BASELINE), 순번 1과 첫 발행 시각을 입력합니다.
사전 검사: NextUpdate를 시험 실행 이후로 지정하고 사전 검사를 누릅니다.
발행: 서명 키 준비 상태와 검사 결과를 확인한 뒤 서명·발행을 누릅니다.
근거: 별도 배포본 실측 화면 · 2026-10-28 · 기본 접속 포트는 18081 / 18082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본문:
TL 제공·다운로드
관리 TL 발행 · 3/5
제공본 선택: 발행본 목록에서 이번 발행의 제공본으로를 누릅니다.
다운로드: 다음 쪽의 명령으로 공개 API의 XML을 저장합니다.
검증: 작업대에 파일을 적용하고 signed.pdf를 고정 평가시각으로 검증합니다.
근거: 별도 배포본 실측 화면 · 2026-10-28 · 기본 접속 포트는 18081 / 18082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본문:
공개 TL 수신
다운로드한 TL을 작업대와 웨일의 검증에 사용합니다.
실행 위치: 배포 폴더에서 PowerShell로 실행합니다.
웨일 연동: 웨일의 원격 수신 URL에도 같은 /tl/kr-tl.xml 주소를 설정합니다.
근거: 실제 API 계약 · 예시 값은 실행 환경에 맞게 변경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본문:
서비스 정지·재발행
관리 TL 발행 · 4/5
상태 변경: Whale PDF 시험 CA에서 상태 변경을 누르고 정지(SUSPENDED)를 선택합니다.
효력 시각: 2026-10-27 09:00:00 KST를 입력합니다. 사유는 동일 PDF의 TL 상태 변경 비교로 입력합니다.
재발행·제공: 시험 입력값의 둘째 발행 시각으로 순번 2를 발행하고 제공본으로 선택합니다.
근거: 별도 배포본 실측 화면 · 2026-10-28 · 기본 접속 포트는 18081 / 18082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본문:
관리 TL 결과 비교
관리 TL 발행 · 5/5
재수신·적용: 공개 TL을 다시 다운로드하고 작업대에 적용합니다.
재검증: 같은 signed.pdf와 2026-10-27T00:00:00Z로 검증합니다.
결과 비교: 순번 1과 2의 실행을 비교합니다. 인정 → 정지, TL 신뢰 조건 충족 → 불충족을 확인합니다.
근거: 별도 배포본 실측 화면 · 2026-10-28 · 기본 접속 포트는 18081 / 18082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본문:
문제 해결
파일 검사 후 확인한 TL 적용까지 완료하면 현재 적용 TL을 조회할 수 있습니다.
Java 21 is required | config.json의 javaHome에 JDK 21 루트를 지정합니다.
management is already running | Status-Poc.cmd로 확인합니다. 재시작은 Stop-Poc.cmd → Start-Poc.cmd 순서로 실행합니다.
공개 URL 404 | TL을 발행하고 제공본으로 선택합니다.
TL_ROLLBACK / TL_CONFLICT | 새 배포 폴더에서 순번 1부터 진행합니다. 샘플 TL과 관리 TL 시험은 별도 폴더를 사용합니다.
TL_EXPIRED | NextUpdate를 시험 실행 이후로 설정해 새 TL을 발행합니다.
TL_CHAIN_UNTRUSTED | TL과 신뢰앵커(samples/tl-root.pem)의 인증서 구성을 확인합니다.
근거: 구현·배포본 확인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6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3DCC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KR-TL  /  DEVELOPER DOCUMENTATION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508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A3DCD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네이버 웨일 개발자용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224028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TrustList 관리 시스템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TL 작업대 사용 매뉴얼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466344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샘플 TL 비교 · 직접 발행 · API 수신 시험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v1.0 · 2026.10.28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784080" y="594360"/>
            <a:ext cx="1280160" cy="1280160"/>
          </a:xfrm>
          <a:prstGeom prst="ellipse">
            <a:avLst/>
          </a:prstGeom>
          <a:solidFill>
            <a:srgbClr val="123638"/>
          </a:solidFill>
          <a:ln w="25400">
            <a:solidFill>
              <a:srgbClr val="73DC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94392" y="94183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73DCC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TL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7F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GUIDE 02 · 관리 시스템과 TL 작업대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42823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TrustList PoC · v1.0 · 2026-10-28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41908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/ 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2240280"/>
            <a:ext cx="2720340" cy="620268"/>
          </a:xfrm>
          <a:prstGeom prst="rect">
            <a:avLst/>
          </a:prstGeom>
          <a:solidFill>
            <a:srgbClr val="123638"/>
          </a:solidFill>
          <a:ln w="12700">
            <a:solidFill>
              <a:srgbClr val="12363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2322576"/>
            <a:ext cx="250545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46120" y="2240280"/>
            <a:ext cx="8389620" cy="620268"/>
          </a:xfrm>
          <a:prstGeom prst="rect">
            <a:avLst/>
          </a:prstGeom>
          <a:solidFill>
            <a:srgbClr val="123638"/>
          </a:solidFill>
          <a:ln w="12700">
            <a:solidFill>
              <a:srgbClr val="12363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64992" y="2322576"/>
            <a:ext cx="817473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2883408"/>
            <a:ext cx="2720340" cy="620268"/>
          </a:xfrm>
          <a:prstGeom prst="rect">
            <a:avLst/>
          </a:prstGeom>
          <a:solidFill>
            <a:srgbClr val="F3F7F7"/>
          </a:solidFill>
          <a:ln w="12700">
            <a:solidFill>
              <a:srgbClr val="F3F7F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965704"/>
            <a:ext cx="250545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실행 환경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46120" y="2883408"/>
            <a:ext cx="8389620" cy="620268"/>
          </a:xfrm>
          <a:prstGeom prst="rect">
            <a:avLst/>
          </a:prstGeom>
          <a:solidFill>
            <a:srgbClr val="F3F7F7"/>
          </a:solidFill>
          <a:ln w="12700">
            <a:solidFill>
              <a:srgbClr val="F3F7F7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64992" y="2965704"/>
            <a:ext cx="817473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Java 설정, 시작·종료, 접속 주소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3526536"/>
            <a:ext cx="2720340" cy="6202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3608832"/>
            <a:ext cx="250545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화면 구성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46120" y="3526536"/>
            <a:ext cx="8389620" cy="6202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64992" y="3608832"/>
            <a:ext cx="817473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 시스템과 TL 작업대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" y="4169664"/>
            <a:ext cx="2720340" cy="620268"/>
          </a:xfrm>
          <a:prstGeom prst="rect">
            <a:avLst/>
          </a:prstGeom>
          <a:solidFill>
            <a:srgbClr val="F3F7F7"/>
          </a:solidFill>
          <a:ln w="12700">
            <a:solidFill>
              <a:srgbClr val="F3F7F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4251960"/>
            <a:ext cx="250545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샘플 TL 비교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46120" y="4169664"/>
            <a:ext cx="8389620" cy="620268"/>
          </a:xfrm>
          <a:prstGeom prst="rect">
            <a:avLst/>
          </a:prstGeom>
          <a:solidFill>
            <a:srgbClr val="F3F7F7"/>
          </a:solidFill>
          <a:ln w="12700">
            <a:solidFill>
              <a:srgbClr val="F3F7F7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64992" y="4251960"/>
            <a:ext cx="817473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TL 1 → PDF 검증 → TL 2 → 같은 조건으로 비교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02920" y="4812792"/>
            <a:ext cx="2720340" cy="6202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4895088"/>
            <a:ext cx="250545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관리 TL 발행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46120" y="4812792"/>
            <a:ext cx="8389620" cy="6202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64992" y="4895088"/>
            <a:ext cx="817473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 등록 → 발행·제공 → 다운로드 → 상태 변경·재검증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02920" y="5455920"/>
            <a:ext cx="2720340" cy="620268"/>
          </a:xfrm>
          <a:prstGeom prst="rect">
            <a:avLst/>
          </a:prstGeom>
          <a:solidFill>
            <a:srgbClr val="F3F7F7"/>
          </a:solidFill>
          <a:ln w="12700">
            <a:solidFill>
              <a:srgbClr val="F3F7F7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" y="5538216"/>
            <a:ext cx="250545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문제 해결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246120" y="5455920"/>
            <a:ext cx="8389620" cy="620268"/>
          </a:xfrm>
          <a:prstGeom prst="rect">
            <a:avLst/>
          </a:prstGeom>
          <a:solidFill>
            <a:srgbClr val="F3F7F7"/>
          </a:solidFill>
          <a:ln w="12700">
            <a:solidFill>
              <a:srgbClr val="F3F7F7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64992" y="5538216"/>
            <a:ext cx="817473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오류와 TL 등록 오류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7F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GUIDE 02 · 관리 시스템과 TL 작업대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환경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81328"/>
            <a:ext cx="11109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369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폴더에서 Start-Poc.cmd를 실행합니다. 접속 포트는 config.json에서 변경합니다.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2823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TrustList PoC · v1.0 · 2026-10-28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64240" y="641908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/ 17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2240280"/>
            <a:ext cx="2720340" cy="620268"/>
          </a:xfrm>
          <a:prstGeom prst="rect">
            <a:avLst/>
          </a:prstGeom>
          <a:solidFill>
            <a:srgbClr val="123638"/>
          </a:solidFill>
          <a:ln w="12700">
            <a:solidFill>
              <a:srgbClr val="12363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2322576"/>
            <a:ext cx="250545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46120" y="2240280"/>
            <a:ext cx="8389620" cy="620268"/>
          </a:xfrm>
          <a:prstGeom prst="rect">
            <a:avLst/>
          </a:prstGeom>
          <a:solidFill>
            <a:srgbClr val="123638"/>
          </a:solidFill>
          <a:ln w="12700">
            <a:solidFill>
              <a:srgbClr val="12363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64992" y="2322576"/>
            <a:ext cx="817473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설정·명령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2883408"/>
            <a:ext cx="2720340" cy="620268"/>
          </a:xfrm>
          <a:prstGeom prst="rect">
            <a:avLst/>
          </a:prstGeom>
          <a:solidFill>
            <a:srgbClr val="F3F7F7"/>
          </a:solidFill>
          <a:ln w="12700">
            <a:solidFill>
              <a:srgbClr val="F3F7F7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965704"/>
            <a:ext cx="250545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폴더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46120" y="2883408"/>
            <a:ext cx="8389620" cy="620268"/>
          </a:xfrm>
          <a:prstGeom prst="rect">
            <a:avLst/>
          </a:prstGeom>
          <a:solidFill>
            <a:srgbClr val="F3F7F7"/>
          </a:solidFill>
          <a:ln w="12700">
            <a:solidFill>
              <a:srgbClr val="F3F7F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64992" y="2965704"/>
            <a:ext cx="817473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TrustList-PoC-Windows-20261028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3526536"/>
            <a:ext cx="2720340" cy="6202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3608832"/>
            <a:ext cx="250545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Java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46120" y="3526536"/>
            <a:ext cx="8389620" cy="6202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64992" y="3608832"/>
            <a:ext cx="817473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Java 21 · config.json의 javaHome에 JDK 루트를 지정합니다.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예: "javaHome": "C:/Java/jdk-21"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02920" y="4169664"/>
            <a:ext cx="2720340" cy="620268"/>
          </a:xfrm>
          <a:prstGeom prst="rect">
            <a:avLst/>
          </a:prstGeom>
          <a:solidFill>
            <a:srgbClr val="F3F7F7"/>
          </a:solidFill>
          <a:ln w="12700">
            <a:solidFill>
              <a:srgbClr val="F3F7F7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4251960"/>
            <a:ext cx="250545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시작·상태·종료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46120" y="4169664"/>
            <a:ext cx="8389620" cy="620268"/>
          </a:xfrm>
          <a:prstGeom prst="rect">
            <a:avLst/>
          </a:prstGeom>
          <a:solidFill>
            <a:srgbClr val="F3F7F7"/>
          </a:solidFill>
          <a:ln w="12700">
            <a:solidFill>
              <a:srgbClr val="F3F7F7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64992" y="4251960"/>
            <a:ext cx="817473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Start-Poc.cmd / Status-Poc.cmd / Stop-Poc.cmd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02920" y="4812792"/>
            <a:ext cx="2720340" cy="6202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4895088"/>
            <a:ext cx="250545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 시스템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46120" y="4812792"/>
            <a:ext cx="8389620" cy="6202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64992" y="4895088"/>
            <a:ext cx="817473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http://localhost:18081/#overview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02920" y="5455920"/>
            <a:ext cx="2720340" cy="620268"/>
          </a:xfrm>
          <a:prstGeom prst="rect">
            <a:avLst/>
          </a:prstGeom>
          <a:solidFill>
            <a:srgbClr val="F3F7F7"/>
          </a:solidFill>
          <a:ln w="12700">
            <a:solidFill>
              <a:srgbClr val="F3F7F7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" y="5538216"/>
            <a:ext cx="250545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TL 작업대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246120" y="5455920"/>
            <a:ext cx="8389620" cy="620268"/>
          </a:xfrm>
          <a:prstGeom prst="rect">
            <a:avLst/>
          </a:prstGeom>
          <a:solidFill>
            <a:srgbClr val="F3F7F7"/>
          </a:solidFill>
          <a:ln w="12700">
            <a:solidFill>
              <a:srgbClr val="F3F7F7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64992" y="5538216"/>
            <a:ext cx="817473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http://localhost:18082/tl-poc.html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7F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GUIDE 02 · 관리 시스템과 TL 작업대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 시스템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42823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TrustList PoC · v1.0 · 2026-10-28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41908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17</a:t>
            </a:r>
            <a:endParaRPr lang="en-US" sz="900" dirty="0"/>
          </a:p>
        </p:txBody>
      </p:sp>
      <p:pic>
        <p:nvPicPr>
          <p:cNvPr id="6" name="Image 0" descr="C:\Users\sol74\orca\workspaces\kr-dss\kr-tl\docs\guides\poc\tl-management\whale\evidence\crop-01-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148840"/>
            <a:ext cx="7360920" cy="3886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83880" y="2148840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7F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현황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183880" y="2542032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 자료는 사업자 4개, 서비스 10개입니다. CA 4개·OCSP 3개·TSA 3개로 구성합니다.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183880" y="3429000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7F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사업자·서비스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183880" y="3822192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인증서를 등록하고 인정·정지 상태를 변경합니다.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183880" y="4709160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7F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TL 발행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183880" y="5102352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초안을 검사하고 서명·발행한 뒤 공개 API로 제공할 TL을 선택합니다.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7F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GUIDE 02 · 관리 시스템과 TL 작업대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시험 자료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81328"/>
            <a:ext cx="11109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369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샘플 TL 비교는 새 배포 폴더에서 순번 1부터 진행합니다.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2823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TrustList PoC · v1.0 · 2026-10-28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64240" y="641908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/ 17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2240280"/>
            <a:ext cx="2720340" cy="528393"/>
          </a:xfrm>
          <a:prstGeom prst="rect">
            <a:avLst/>
          </a:prstGeom>
          <a:solidFill>
            <a:srgbClr val="123638"/>
          </a:solidFill>
          <a:ln w="12700">
            <a:solidFill>
              <a:srgbClr val="12363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2322576"/>
            <a:ext cx="2505456" cy="44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파일·입력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46120" y="2240280"/>
            <a:ext cx="8389620" cy="528393"/>
          </a:xfrm>
          <a:prstGeom prst="rect">
            <a:avLst/>
          </a:prstGeom>
          <a:solidFill>
            <a:srgbClr val="123638"/>
          </a:solidFill>
          <a:ln w="12700">
            <a:solidFill>
              <a:srgbClr val="12363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64992" y="2322576"/>
            <a:ext cx="8174736" cy="44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2791533"/>
            <a:ext cx="2720340" cy="528393"/>
          </a:xfrm>
          <a:prstGeom prst="rect">
            <a:avLst/>
          </a:prstGeom>
          <a:solidFill>
            <a:srgbClr val="F3F7F7"/>
          </a:solidFill>
          <a:ln w="12700">
            <a:solidFill>
              <a:srgbClr val="F3F7F7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873829"/>
            <a:ext cx="2505456" cy="44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samples/tl-1.xml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46120" y="2791533"/>
            <a:ext cx="8389620" cy="528393"/>
          </a:xfrm>
          <a:prstGeom prst="rect">
            <a:avLst/>
          </a:prstGeom>
          <a:solidFill>
            <a:srgbClr val="F3F7F7"/>
          </a:solidFill>
          <a:ln w="12700">
            <a:solidFill>
              <a:srgbClr val="F3F7F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64992" y="2873829"/>
            <a:ext cx="8174736" cy="44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순번 1 · 시험 CA 인정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3342785"/>
            <a:ext cx="2720340" cy="52839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3425081"/>
            <a:ext cx="2505456" cy="44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samples/tl-2.xml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46120" y="3342785"/>
            <a:ext cx="8389620" cy="52839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64992" y="3425081"/>
            <a:ext cx="8174736" cy="44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순번 2 · 시험 CA 정지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02920" y="3894038"/>
            <a:ext cx="2720340" cy="528393"/>
          </a:xfrm>
          <a:prstGeom prst="rect">
            <a:avLst/>
          </a:prstGeom>
          <a:solidFill>
            <a:srgbClr val="F3F7F7"/>
          </a:solidFill>
          <a:ln w="12700">
            <a:solidFill>
              <a:srgbClr val="F3F7F7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3976334"/>
            <a:ext cx="2505456" cy="44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samples/signed.pdf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46120" y="3894038"/>
            <a:ext cx="8389620" cy="528393"/>
          </a:xfrm>
          <a:prstGeom prst="rect">
            <a:avLst/>
          </a:prstGeom>
          <a:solidFill>
            <a:srgbClr val="F3F7F7"/>
          </a:solidFill>
          <a:ln w="12700">
            <a:solidFill>
              <a:srgbClr val="F3F7F7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64992" y="3976334"/>
            <a:ext cx="8174736" cy="44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TL로 검증할 동일한 PDF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02920" y="4445290"/>
            <a:ext cx="2720340" cy="52839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4527586"/>
            <a:ext cx="2505456" cy="44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samples/tl-root.pem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46120" y="4445290"/>
            <a:ext cx="8389620" cy="52839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64992" y="4527586"/>
            <a:ext cx="8174736" cy="44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TL 서명 검증용 신뢰앵커 · 시작 스크립트에서 설정합니다.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02920" y="4996543"/>
            <a:ext cx="2720340" cy="528393"/>
          </a:xfrm>
          <a:prstGeom prst="rect">
            <a:avLst/>
          </a:prstGeom>
          <a:solidFill>
            <a:srgbClr val="F3F7F7"/>
          </a:solidFill>
          <a:ln w="12700">
            <a:solidFill>
              <a:srgbClr val="F3F7F7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" y="5078839"/>
            <a:ext cx="2505456" cy="44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samples/service-ca.pem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246120" y="4996543"/>
            <a:ext cx="8389620" cy="528393"/>
          </a:xfrm>
          <a:prstGeom prst="rect">
            <a:avLst/>
          </a:prstGeom>
          <a:solidFill>
            <a:srgbClr val="F3F7F7"/>
          </a:solidFill>
          <a:ln w="12700">
            <a:solidFill>
              <a:srgbClr val="F3F7F7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64992" y="5078839"/>
            <a:ext cx="8174736" cy="44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 시스템에 등록할 PDF용 CA 인증서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02920" y="5547795"/>
            <a:ext cx="2720340" cy="52839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" y="5630091"/>
            <a:ext cx="2505456" cy="44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평가시각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246120" y="5547795"/>
            <a:ext cx="8389620" cy="52839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64992" y="5630091"/>
            <a:ext cx="8174736" cy="44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2026-10-27T00:00:00Z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7F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GUIDE 02 · 관리 시스템과 TL 작업대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샘플 TL 등록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81328"/>
            <a:ext cx="11109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369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샘플 TL 비교 · 1/4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2823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TrustList PoC · v1.0 · 2026-10-28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64240" y="641908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/ 17</a:t>
            </a:r>
            <a:endParaRPr lang="en-US" sz="900" dirty="0"/>
          </a:p>
        </p:txBody>
      </p:sp>
      <p:pic>
        <p:nvPicPr>
          <p:cNvPr id="7" name="Image 0" descr="C:\Users\sol74\orca\workspaces\kr-dss\kr-tl\docs\guides\poc\tl-management\whale\evidence\crop-05-inspect-tl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148840"/>
            <a:ext cx="7360920" cy="3886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183880" y="2148840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7F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선택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183880" y="2542032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TL 적용에서 samples/tl-1.xml을 선택합니다.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183880" y="3429000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7F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 확인·검사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183880" y="3822192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발행정보, 사업자·서비스, 인증서와 인정 상태를 확인합니다.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183880" y="4709160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7F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TL 적용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8183880" y="5102352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확인한 TL 적용을 누릅니다. 현재 적용 TL 읽기로 등록된 구조를 조회합니다.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7F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GUIDE 02 · 관리 시스템과 TL 작업대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PDF 검증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81328"/>
            <a:ext cx="11109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369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샘플 TL 비교 · 2/4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2823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TrustList PoC · v1.0 · 2026-10-28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64240" y="641908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/ 17</a:t>
            </a:r>
            <a:endParaRPr lang="en-US" sz="900" dirty="0"/>
          </a:p>
        </p:txBody>
      </p:sp>
      <p:pic>
        <p:nvPicPr>
          <p:cNvPr id="7" name="Image 0" descr="C:\Users\sol74\orca\workspaces\kr-dss\kr-tl\docs\guides\poc\tl-management\whale\evidence\crop-07-verify-tl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148840"/>
            <a:ext cx="7360920" cy="3886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183880" y="2148840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7F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PDF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183880" y="2542032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서명 검증에서 samples/signed.pdf를 선택합니다.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183880" y="3429000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7F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평가시각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183880" y="3822192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2026-10-27T00:00:00Z를 입력합니다. 추가 인증서는 비워 둡니다.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183880" y="4709160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7F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8183880" y="5102352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검증 실행·저장을 누릅니다. 서비스 인정 상태와 TL 신뢰 조건 충족을 확인합니다.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7F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GUIDE 02 · 관리 시스템과 TL 작업대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TL 변경·재검증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81328"/>
            <a:ext cx="11109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369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샘플 TL 비교 · 3/4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2823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TrustList PoC · v1.0 · 2026-10-28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64240" y="641908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/ 17</a:t>
            </a:r>
            <a:endParaRPr lang="en-US" sz="900" dirty="0"/>
          </a:p>
        </p:txBody>
      </p:sp>
      <p:pic>
        <p:nvPicPr>
          <p:cNvPr id="7" name="Image 0" descr="C:\Users\sol74\orca\workspaces\kr-dss\kr-tl\docs\guides\poc\tl-management\whale\evidence\crop-08-tl2-di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148840"/>
            <a:ext cx="7360920" cy="3886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183880" y="2148840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7F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 확인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183880" y="2542032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samples/tl-2.xml을 선택하고 내용 확인·검사를 누릅니다. 서비스 상태와 이력의 변경을 확인합니다.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183880" y="3429000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7F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TL 적용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183880" y="3822192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확인한 TL 적용을 누르고 현재 순번 2를 확인합니다.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183880" y="4709160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7F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재검증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8183880" y="5102352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signed.pdf와 평가시각으로 실제 검증 실행·저장을 다시 누릅니다.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7F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GUIDE 02 · 관리 시스템과 TL 작업대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결과 비교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81328"/>
            <a:ext cx="11109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369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샘플 TL 비교 · 4/4 · 같은 PDF·평가시각에서 TL 변경에 따른 판단 차이를 확인합니다.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2823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TrustList PoC · v1.0 · 2026-10-28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64240" y="641908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 / 17</a:t>
            </a:r>
            <a:endParaRPr lang="en-US" sz="900" dirty="0"/>
          </a:p>
        </p:txBody>
      </p:sp>
      <p:pic>
        <p:nvPicPr>
          <p:cNvPr id="7" name="Image 0" descr="C:\Users\sol74\orca\workspaces\kr-dss\kr-tl\docs\guides\poc\tl-management\whale\evidence\crop-10-comp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148840"/>
            <a:ext cx="7360920" cy="3886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183880" y="2148840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7F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선택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183880" y="2542032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결과 비교에서 TL 1 실행과 TL 2 실행을 선택하고 결과 비교를 누릅니다.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183880" y="3429000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7F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변화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183880" y="3822192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인정 → 정지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TL 신뢰 조건 충족 → 불충족으로 바뀝니다.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183880" y="4709160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7F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유지되는 결과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8183880" y="5102352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실행 모두 문서 무결성은 PASSED, 인증 경로는 VALID입니다.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7F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GUIDE 02 · 관리 시스템과 TL 작업대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 TL 시험 입력값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81328"/>
            <a:ext cx="11109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369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 화면에는 KST를, 작업대 평가시각에는 UTC를 입력합니다.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2823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TrustList PoC · v1.0 · 2026-10-28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64240" y="641908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17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2240280"/>
            <a:ext cx="2720340" cy="459486"/>
          </a:xfrm>
          <a:prstGeom prst="rect">
            <a:avLst/>
          </a:prstGeom>
          <a:solidFill>
            <a:srgbClr val="123638"/>
          </a:solidFill>
          <a:ln w="12700">
            <a:solidFill>
              <a:srgbClr val="12363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2322576"/>
            <a:ext cx="2505456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46120" y="2240280"/>
            <a:ext cx="8389620" cy="459486"/>
          </a:xfrm>
          <a:prstGeom prst="rect">
            <a:avLst/>
          </a:prstGeom>
          <a:solidFill>
            <a:srgbClr val="123638"/>
          </a:solidFill>
          <a:ln w="12700">
            <a:solidFill>
              <a:srgbClr val="12363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64992" y="2322576"/>
            <a:ext cx="8174736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입력값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2722626"/>
            <a:ext cx="2720340" cy="459486"/>
          </a:xfrm>
          <a:prstGeom prst="rect">
            <a:avLst/>
          </a:prstGeom>
          <a:solidFill>
            <a:srgbClr val="F3F7F7"/>
          </a:solidFill>
          <a:ln w="12700">
            <a:solidFill>
              <a:srgbClr val="F3F7F7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804922"/>
            <a:ext cx="2505456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 환경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46120" y="2722626"/>
            <a:ext cx="8389620" cy="459486"/>
          </a:xfrm>
          <a:prstGeom prst="rect">
            <a:avLst/>
          </a:prstGeom>
          <a:solidFill>
            <a:srgbClr val="F3F7F7"/>
          </a:solidFill>
          <a:ln w="12700">
            <a:solidFill>
              <a:srgbClr val="F3F7F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64992" y="2804922"/>
            <a:ext cx="8174736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환경을 Stop-Poc.cmd로 종료합니다. ZIP을 새 폴더에 풀고 시작합니다.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3204972"/>
            <a:ext cx="2720340" cy="45948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3287268"/>
            <a:ext cx="2505456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 서비스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46120" y="3204972"/>
            <a:ext cx="8389620" cy="45948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64992" y="3287268"/>
            <a:ext cx="8174736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Whale PDF 시험 CA / CA / 공동인증 / 0 (RootCA)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02920" y="3687318"/>
            <a:ext cx="2720340" cy="459486"/>
          </a:xfrm>
          <a:prstGeom prst="rect">
            <a:avLst/>
          </a:prstGeom>
          <a:solidFill>
            <a:srgbClr val="F3F7F7"/>
          </a:solidFill>
          <a:ln w="12700">
            <a:solidFill>
              <a:srgbClr val="F3F7F7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3769614"/>
            <a:ext cx="2505456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인정 시작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46120" y="3687318"/>
            <a:ext cx="8389620" cy="459486"/>
          </a:xfrm>
          <a:prstGeom prst="rect">
            <a:avLst/>
          </a:prstGeom>
          <a:solidFill>
            <a:srgbClr val="F3F7F7"/>
          </a:solidFill>
          <a:ln w="12700">
            <a:solidFill>
              <a:srgbClr val="F3F7F7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64992" y="3769614"/>
            <a:ext cx="8174736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2026-10-26 09:00:00 KST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02920" y="4169664"/>
            <a:ext cx="2720340" cy="45948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4251960"/>
            <a:ext cx="2505456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발행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46120" y="4169664"/>
            <a:ext cx="8389620" cy="45948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64992" y="4251960"/>
            <a:ext cx="8174736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정상(BASELINE) / 순번 1 / 2026-10-26 21:00:00 KST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02920" y="4652010"/>
            <a:ext cx="2720340" cy="459486"/>
          </a:xfrm>
          <a:prstGeom prst="rect">
            <a:avLst/>
          </a:prstGeom>
          <a:solidFill>
            <a:srgbClr val="F3F7F7"/>
          </a:solidFill>
          <a:ln w="12700">
            <a:solidFill>
              <a:srgbClr val="F3F7F7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" y="4734306"/>
            <a:ext cx="2505456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정지 효력·평가시각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246120" y="4652010"/>
            <a:ext cx="8389620" cy="459486"/>
          </a:xfrm>
          <a:prstGeom prst="rect">
            <a:avLst/>
          </a:prstGeom>
          <a:solidFill>
            <a:srgbClr val="F3F7F7"/>
          </a:solidFill>
          <a:ln w="12700">
            <a:solidFill>
              <a:srgbClr val="F3F7F7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64992" y="4734306"/>
            <a:ext cx="8174736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2026-10-27 09:00:00 KST = 2026-10-27T00:00:00Z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02920" y="5134356"/>
            <a:ext cx="2720340" cy="45948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" y="5216652"/>
            <a:ext cx="2505456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둘째 발행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246120" y="5134356"/>
            <a:ext cx="8389620" cy="45948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64992" y="5216652"/>
            <a:ext cx="8174736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정상(BASELINE) / 순번 2 / 2026-10-27 21:00:00 KST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02920" y="5616702"/>
            <a:ext cx="2720340" cy="459486"/>
          </a:xfrm>
          <a:prstGeom prst="rect">
            <a:avLst/>
          </a:prstGeom>
          <a:solidFill>
            <a:srgbClr val="F3F7F7"/>
          </a:solidFill>
          <a:ln w="12700">
            <a:solidFill>
              <a:srgbClr val="F3F7F7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" y="5698998"/>
            <a:ext cx="2505456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NextUpdate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3246120" y="5616702"/>
            <a:ext cx="8389620" cy="459486"/>
          </a:xfrm>
          <a:prstGeom prst="rect">
            <a:avLst/>
          </a:prstGeom>
          <a:solidFill>
            <a:srgbClr val="F3F7F7"/>
          </a:solidFill>
          <a:ln w="12700">
            <a:solidFill>
              <a:srgbClr val="F3F7F7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64992" y="5698998"/>
            <a:ext cx="8174736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발행 모두 시험 실행 시각 이후로 지정합니다.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7F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GUIDE 02 · 관리 시스템과 TL 작업대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 서비스 등록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81328"/>
            <a:ext cx="11109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369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 TL 발행 · 1/5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2823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TrustList PoC · v1.0 · 2026-10-28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64240" y="641908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/ 17</a:t>
            </a:r>
            <a:endParaRPr lang="en-US" sz="900" dirty="0"/>
          </a:p>
        </p:txBody>
      </p:sp>
      <p:pic>
        <p:nvPicPr>
          <p:cNvPr id="7" name="Image 0" descr="C:\Users\sol74\orca\workspaces\kr-dss\kr-tl\docs\guides\poc\tl-management\whale\evidence\crop-11-service-regis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148840"/>
            <a:ext cx="7360920" cy="3886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183880" y="2148840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7F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사업자 선택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183880" y="2542032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사업자·서비스에서 기존 사업자를 선택하고 서비스 등록을 누릅니다.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183880" y="3429000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7F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입력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183880" y="3822192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앞의 시험 입력값에 따라 CA 서비스와 인정 시작 시각을 입력합니다.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183880" y="4709160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7F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인증서 등록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8183880" y="5102352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samples/service-ca.pem을 등록하고 저장합니다. 서비스 수는 11개가 됩니다.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7F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GUIDE 02 · 관리 시스템과 TL 작업대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TL 서명·발행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81328"/>
            <a:ext cx="11109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369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 TL 발행 · 2/5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2823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TrustList PoC · v1.0 · 2026-10-28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64240" y="641908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/ 17</a:t>
            </a:r>
            <a:endParaRPr lang="en-US" sz="900" dirty="0"/>
          </a:p>
        </p:txBody>
      </p:sp>
      <p:pic>
        <p:nvPicPr>
          <p:cNvPr id="7" name="Image 0" descr="C:\Users\sol74\orca\workspaces\kr-dss\kr-tl\docs\guides\poc\tl-management\whale\evidence\crop-03-issuance-bef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148840"/>
            <a:ext cx="7360920" cy="3886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183880" y="2148840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7F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발행 설정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183880" y="2542032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TL 발행에서 정상(BASELINE), 순번 1과 첫 발행 시각을 입력합니다.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183880" y="3429000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7F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검사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183880" y="3822192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NextUpdate를 시험 실행 이후로 지정하고 사전 검사를 누릅니다.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183880" y="4709160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7F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발행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8183880" y="5102352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서명 키 준비 상태와 검사 결과를 확인한 뒤 서명·발행을 누릅니다.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7F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GUIDE 02 · 관리 시스템과 TL 작업대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TL 제공·다운로드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81328"/>
            <a:ext cx="11109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369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 TL 발행 · 3/5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2823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TrustList PoC · v1.0 · 2026-10-28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64240" y="641908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/ 17</a:t>
            </a:r>
            <a:endParaRPr lang="en-US" sz="900" dirty="0"/>
          </a:p>
        </p:txBody>
      </p:sp>
      <p:pic>
        <p:nvPicPr>
          <p:cNvPr id="7" name="Image 0" descr="C:\Users\sol74\orca\workspaces\kr-dss\kr-tl\docs\guides\poc\tl-management\whale\evidence\crop-04-publish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148840"/>
            <a:ext cx="7360920" cy="3886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183880" y="2148840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7F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제공본 선택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183880" y="2542032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발행본 목록에서 이번 발행의 제공본으로를 누릅니다.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183880" y="3429000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7F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다운로드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183880" y="3822192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쪽의 명령으로 공개 API의 XML을 저장합니다.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183880" y="4709160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7F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8183880" y="5102352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작업대에 파일을 적용하고 signed.pdf를 고정 평가시각으로 검증합니다.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7F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GUIDE 02 · 관리 시스템과 TL 작업대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TL 수신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81328"/>
            <a:ext cx="11109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369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다운로드한 TL을 작업대와 웨일의 검증에 사용합니다.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2823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TrustList PoC · v1.0 · 2026-10-28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64240" y="641908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/ 17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2286000"/>
            <a:ext cx="7543800" cy="3785616"/>
          </a:xfrm>
          <a:prstGeom prst="rect">
            <a:avLst/>
          </a:prstGeom>
          <a:solidFill>
            <a:srgbClr val="123638"/>
          </a:solidFill>
          <a:ln w="12700">
            <a:solidFill>
              <a:srgbClr val="12363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2487168"/>
            <a:ext cx="7123176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F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curl.exe --fail-with-body `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CF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-o management-tl.xml `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CF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http://localhost:18081/tl/kr-tl.xml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CF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 TL 작업대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CF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 01 TL 적용 → management-tl.xml 선택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CF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 → 내용 확인·검사 → 확인한 TL 적용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CF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 02 서명 검증 → samples/signed.pdf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CF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 평가시각: 2026-10-27T00:00:00Z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CF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 → 실제 검증 실행·저장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366760" y="24231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07F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위치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366760" y="2926080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폴더에서 PowerShell로 실행합니다.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366760" y="42519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07F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웨일 연동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366760" y="4754880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웨일의 원격 수신 URL에도 같은 /tl/kr-tl.xml 주소를 설정합니다.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7F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GUIDE 02 · 관리 시스템과 TL 작업대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정지·재발행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81328"/>
            <a:ext cx="11109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369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 TL 발행 · 4/5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2823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TrustList PoC · v1.0 · 2026-10-28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64240" y="641908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 / 17</a:t>
            </a:r>
            <a:endParaRPr lang="en-US" sz="900" dirty="0"/>
          </a:p>
        </p:txBody>
      </p:sp>
      <p:pic>
        <p:nvPicPr>
          <p:cNvPr id="7" name="Image 0" descr="C:\Users\sol74\orca\workspaces\kr-dss\kr-tl\docs\guides\poc\tl-management\whale\evidence\crop-12-status-ch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148840"/>
            <a:ext cx="7360920" cy="3886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183880" y="2148840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7F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변경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183880" y="2542032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Whale PDF 시험 CA에서 상태 변경을 누르고 정지(SUSPENDED)를 선택합니다.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183880" y="3429000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7F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효력 시각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183880" y="3822192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2026-10-27 09:00:00 KST를 입력합니다. 사유는 동일 PDF의 TL 상태 변경 비교로 입력합니다.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183880" y="4709160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7F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재발행·제공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8183880" y="5102352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시험 입력값의 둘째 발행 시각으로 순번 2를 발행하고 제공본으로 선택합니다.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7F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GUIDE 02 · 관리 시스템과 TL 작업대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 TL 결과 비교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81328"/>
            <a:ext cx="11109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369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 TL 발행 · 5/5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2823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TrustList PoC · v1.0 · 2026-10-28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64240" y="641908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/ 17</a:t>
            </a:r>
            <a:endParaRPr lang="en-US" sz="900" dirty="0"/>
          </a:p>
        </p:txBody>
      </p:sp>
      <p:pic>
        <p:nvPicPr>
          <p:cNvPr id="7" name="Image 0" descr="C:\Users\sol74\orca\workspaces\kr-dss\kr-tl\docs\guides\poc\tl-management\whale\evidence\crop-13-management-comp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148840"/>
            <a:ext cx="7360920" cy="3886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183880" y="2148840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7F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재수신·적용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183880" y="2542032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TL을 다시 다운로드하고 작업대에 적용합니다.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183880" y="3429000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7F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재검증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183880" y="3822192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signed.pdf와 2026-10-27T00:00:00Z로 검증합니다.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183880" y="4709160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7F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비교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8183880" y="5102352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순번 1과 2의 실행을 비교합니다. 인정 → 정지, TL 신뢰 조건 충족 → 불충족을 확인합니다.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7F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GUIDE 02 · 관리 시스템과 TL 작업대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해결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81328"/>
            <a:ext cx="11109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369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검사 후 확인한 TL 적용까지 완료하면 현재 적용 TL을 조회할 수 있습니다.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2823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TrustList PoC · v1.0 · 2026-10-28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64240" y="641908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 / 17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2240280"/>
            <a:ext cx="2720340" cy="528393"/>
          </a:xfrm>
          <a:prstGeom prst="rect">
            <a:avLst/>
          </a:prstGeom>
          <a:solidFill>
            <a:srgbClr val="123638"/>
          </a:solidFill>
          <a:ln w="12700">
            <a:solidFill>
              <a:srgbClr val="12363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2322576"/>
            <a:ext cx="2505456" cy="44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증상·코드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46120" y="2240280"/>
            <a:ext cx="8389620" cy="528393"/>
          </a:xfrm>
          <a:prstGeom prst="rect">
            <a:avLst/>
          </a:prstGeom>
          <a:solidFill>
            <a:srgbClr val="123638"/>
          </a:solidFill>
          <a:ln w="12700">
            <a:solidFill>
              <a:srgbClr val="12363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64992" y="2322576"/>
            <a:ext cx="8174736" cy="44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조치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2791533"/>
            <a:ext cx="2720340" cy="528393"/>
          </a:xfrm>
          <a:prstGeom prst="rect">
            <a:avLst/>
          </a:prstGeom>
          <a:solidFill>
            <a:srgbClr val="F3F7F7"/>
          </a:solidFill>
          <a:ln w="12700">
            <a:solidFill>
              <a:srgbClr val="F3F7F7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873829"/>
            <a:ext cx="2505456" cy="44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Java 21 is required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46120" y="2791533"/>
            <a:ext cx="8389620" cy="528393"/>
          </a:xfrm>
          <a:prstGeom prst="rect">
            <a:avLst/>
          </a:prstGeom>
          <a:solidFill>
            <a:srgbClr val="F3F7F7"/>
          </a:solidFill>
          <a:ln w="12700">
            <a:solidFill>
              <a:srgbClr val="F3F7F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64992" y="2873829"/>
            <a:ext cx="8174736" cy="44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config.json의 javaHome에 JDK 21 루트를 지정합니다.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3342785"/>
            <a:ext cx="2720340" cy="52839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3425081"/>
            <a:ext cx="2505456" cy="44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management is already running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46120" y="3342785"/>
            <a:ext cx="8389620" cy="52839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64992" y="3425081"/>
            <a:ext cx="8174736" cy="44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Status-Poc.cmd로 확인합니다. 재시작은 Stop-Poc.cmd → Start-Poc.cmd 순서로 실행합니다.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02920" y="3894038"/>
            <a:ext cx="2720340" cy="528393"/>
          </a:xfrm>
          <a:prstGeom prst="rect">
            <a:avLst/>
          </a:prstGeom>
          <a:solidFill>
            <a:srgbClr val="F3F7F7"/>
          </a:solidFill>
          <a:ln w="12700">
            <a:solidFill>
              <a:srgbClr val="F3F7F7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3976334"/>
            <a:ext cx="2505456" cy="44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URL 404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46120" y="3894038"/>
            <a:ext cx="8389620" cy="528393"/>
          </a:xfrm>
          <a:prstGeom prst="rect">
            <a:avLst/>
          </a:prstGeom>
          <a:solidFill>
            <a:srgbClr val="F3F7F7"/>
          </a:solidFill>
          <a:ln w="12700">
            <a:solidFill>
              <a:srgbClr val="F3F7F7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64992" y="3976334"/>
            <a:ext cx="8174736" cy="44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TL을 발행하고 제공본으로 선택합니다.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02920" y="4445290"/>
            <a:ext cx="2720340" cy="52839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4527586"/>
            <a:ext cx="2505456" cy="44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TL_ROLLBACK / TL_CONFLICT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46120" y="4445290"/>
            <a:ext cx="8389620" cy="52839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64992" y="4527586"/>
            <a:ext cx="8174736" cy="44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배포 폴더에서 순번 1부터 진행합니다. 샘플 TL과 관리 TL 시험은 별도 폴더를 사용합니다.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02920" y="4996543"/>
            <a:ext cx="2720340" cy="528393"/>
          </a:xfrm>
          <a:prstGeom prst="rect">
            <a:avLst/>
          </a:prstGeom>
          <a:solidFill>
            <a:srgbClr val="F3F7F7"/>
          </a:solidFill>
          <a:ln w="12700">
            <a:solidFill>
              <a:srgbClr val="F3F7F7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" y="5078839"/>
            <a:ext cx="2505456" cy="44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TL_EXPIRED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246120" y="4996543"/>
            <a:ext cx="8389620" cy="528393"/>
          </a:xfrm>
          <a:prstGeom prst="rect">
            <a:avLst/>
          </a:prstGeom>
          <a:solidFill>
            <a:srgbClr val="F3F7F7"/>
          </a:solidFill>
          <a:ln w="12700">
            <a:solidFill>
              <a:srgbClr val="F3F7F7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64992" y="5078839"/>
            <a:ext cx="8174736" cy="44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NextUpdate를 시험 실행 이후로 설정해 새 TL을 발행합니다.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02920" y="5547795"/>
            <a:ext cx="2720340" cy="52839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" y="5630091"/>
            <a:ext cx="2505456" cy="44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TL_CHAIN_UNTRUSTED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246120" y="5547795"/>
            <a:ext cx="8389620" cy="52839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64992" y="5630091"/>
            <a:ext cx="8174736" cy="44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6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TL과 신뢰앵커(samples/tl-root.pem)의 인증서 구성을 확인합니다.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KR-TL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TrustList 관리 시스템 TL 작업대 사용 매뉴얼</dc:title>
  <dc:subject>GUIDE 02 · 관리 시스템과 TL 작업대</dc:subject>
  <dc:creator>KR-TL PoC</dc:creator>
  <cp:lastModifiedBy>KR-TL PoC</cp:lastModifiedBy>
  <cp:revision>1</cp:revision>
  <dcterms:created xsi:type="dcterms:W3CDTF">2026-10-28T00:56:25Z</dcterms:created>
  <dcterms:modified xsi:type="dcterms:W3CDTF">2026-10-28T00:56:25Z</dcterms:modified>
</cp:coreProperties>
</file>