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TrustList
API 연동 가이드
네이버 웨일 개발자용
신뢰목록 수신 · 버전 확인 · 등록
v1.0 · 2026.10.28
근거: 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목차
1. API 구성 | 접속 주소, XML·해시 조회 API
2. 신뢰목록 수용 | 수동 등록과 주기적 원격 등록
3. TL 조회·갱신 | 요청 헤더, ETag, 200·304 처리
4. TL 데이터 | 발행정보, 사업자·서비스, 인증서·상태 이력
5. 등록 조건 | 서명, 신뢰앵커, 버전, 갱신 기한
6. 연동 예제 | 파일 다운로드와 주기적 갱신 구현
7. 응답·오류 코드 | HTTP 상태와 오류 본문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API 구성
웨일은 공개 TL API에서 신뢰목록을 수신합니다.
기본 주소 | http://localhost:18081
TL XML | GET /tl/kr-tl.xml
서명된 신뢰목록 XML 원문을 반환합니다.
TL 해시 | GET /tl/kr-tl.sha2
XML 원문의 SHA-256을 바이너리 32바이트로 반환합니다.
헤더 조회 | 두 경로 모두 HEAD를 지원합니다.
인증 | 별도 인증 헤더 없이 호출합니다.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신뢰목록 수용
ETag로 변경 여부를 확인하고, XML의 TSLSequenceNumber로 배포 버전을 비교합니다.
수동 등록: TL XML을 다운로드해 웨일에 파일로 등록합니다.
원격 등록: 웨일이 API를 주기적으로 호출해 새 TL을 수신하고 등록합니다.
버전 확인: 등록 시 TSLSequenceNumber를 현재 버전과 비교합니다. 등록 조건을 통과한 최신 버전을 적용합니다.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TL 조회·갱신
첫 요청은 XML과 ETag를 받고, 이후 요청은 저장한 ETag로 변경 여부를 확인합니다.
Accept | application/vnd.etsi.tsl+xml 또는 */*
200 OK | Content-Type: application/vnd.etsi.tsl+xml
본문: 서명된 XML 원문
ETag | "sha256-&lt;64자리 16진수&gt;"
조건부 요청 | If-None-Match에 저장한 ETag를 따옴표까지 전달합니다.
304 Not Modified | 본문 없이 응답합니다. 현재 TL을 유지하고 NextUpdate를 확인합니다.
Cache-Control | no-cache, no-transform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TL 데이터
웨일은 TL에 등재된 인증서와 상태 이력을 PDF 서명 검증에 사용합니다.
SchemeInformation | TSLSequenceNumber
ListIssueDateTime / NextUpdate | 배포 버전, 발행 시각, 갱신 기한을 확인합니다.
TrustServiceProviderList | 사업자 및 서비스 목록 | 검증 대상 인증서에 해당하는 서비스를 찾습니다.
ServiceInformation | 서비스 유형·인증서·상태·효력 시각 | 인증 경로를 연결하고 평가시각의 상태를 판단합니다.
ServiceHistory | 이전 상태와 효력 시각 | 평가시각에 유효한 상태 구간을 선택합니다.
ds:Signature | XML 서명·서명 인증서 | 신뢰앵커를 기준으로 TL 서명을 검증합니다.
근거: D1 §3·7 / D4 §3
D1 https://docs.google.com/document/d/1m_oghJaikYZJ2qa6mYUFOzY16AJdt8IuRbTo0Quw4_w/edit
D4 https://docs.google.com/document/d/1hOH8BtT9UB8_NpDi5ZtyZjJkeTVfpdNhamrBNuuiqjI/edit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PoC 데이터 값
이 배포본에 사용하는 서비스 유형·상태·확장 값입니다.
URI 접두사 | urn:example:kr-tl:poc:v1:
서비스 유형 | 접두사 + service:ca / service:ocsp / service:tsa
서비스 상태 | 접두사 + status:accredited / status:suspended / status:withdrawn
확장 네임스페이스 | urn:example:kr-tl:poc:extensions:v1
TrustDomain | joint (공동인증) / simple (간편인증)
TrustPointLevel | 0 (ROOT) / 1 (CA)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등록 조건
검사를 통과하면 XML 원문과 ETag를 함께 저장하고 검증에 적용합니다.
서명·인증 경로 | samples/tl-root.pem을 신뢰앵커로 TL 서명과 인증 경로를 검증합니다.
배포 버전 | 현재보다 높은 TSLSequenceNumber와 늦은 발행 시각을 확인합니다.
동일 버전 | 동일 원문이면 유지합니다. 원문이 다르면 충돌로 처리합니다.
이전 버전 | 현재보다 낮은 버전은 등록을 거부합니다.
갱신 기한 | NextUpdate가 현재 시각 이후인지 확인합니다.
확장·상태 이력 | critical 확장과 상태 이력을 해석합니다. 미지원 critical 확장은 거부합니다.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파일 다운로드
XML, 응답 헤더, 해시 파일을 현재 폴더에 저장합니다.
PowerShell: 줄 끝의 백틱(`)을 포함해 실행합니다.
해시 비교: 출력한 두 해시를 비교합니다. 다운로드 중 TL이 변경돼 불일치하면 다시 수신합니다.
근거: 실제 API 계약 · 예시 값은 실행 환경에 맞게 변경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주기적 갱신
acceptTl·saveTl은 웨일의 검증·저장 함수로 구현합니다. 호출 시 현재 TL의 NextUpdate를 확인합니다.
호출: 웨일의 스케줄러에서 주기적으로 호출합니다. 첫 호출의 current는 null입니다.
검증·저장: acceptTl은 등록 조건을 검사하고 실패 시 예외를 던집니다. saveTl은 검사 결과와 원문을 저장합니다.
근거: 실제 API 계약 · 예시 값은 실행 환경에 맞게 변경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브라우저 호출
웹 페이지에서 호출할 때는 실행 환경의 혼합 콘텐츠 정책을 확인합니다.
CORS | Access-Control-Allow-Origin: *
자격 증명 | credentials: omit
메서드 | GET, HEAD
조건부 요청 헤더 | If-None-Match
노출 응답 헤더 | ETag
웨일 확장 기능 | 호출 주소에 대한 확장 권한을 설정합니다.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응답·오류 코드
오류 본문은 평문입니다.
200 | XML / 바이너리 해시 | 요청한 TL 또는 해시를 반환합니다.
304 | 없음 | ETag가 일치합니다.
404 | TL_NOT_PUBLISHED | 관리 시스템에서 제공본을 선택해야 합니다.
406 | NOT_ACCEPTABLE | Accept를 TSL 미디어 유형 또는 */*로 지정합니다.
405 | METHOD_NOT_ALLOWED | GET 또는 HEAD로 호출합니다.
503 | TL_UNAVAILABLE | 저장된 발행본을 제공할 수 없습니다.
500 | INTERNAL_ERROR | 서버 내부 오류입니다.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3DC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KR-TL  /  DEVELOPER DOCUMENTATION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A3DC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웨일 개발자용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 가이드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신뢰목록 수신 · 버전 확인 · 등록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· 2026.10.28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784080" y="594360"/>
            <a:ext cx="1280160" cy="1280160"/>
          </a:xfrm>
          <a:prstGeom prst="ellipse">
            <a:avLst/>
          </a:prstGeom>
          <a:solidFill>
            <a:srgbClr val="123638"/>
          </a:solidFill>
          <a:ln w="25400">
            <a:solidFill>
              <a:srgbClr val="73DC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4392" y="941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3DC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72034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322576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2240280"/>
            <a:ext cx="838962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322576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22626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04922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API 구성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722626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804922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주소, XML·해시 조회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204972"/>
            <a:ext cx="272034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87268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신뢰목록 수용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204972"/>
            <a:ext cx="838962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3287268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등록과 주기적 원격 등록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87318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69614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TL 조회·갱신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3687318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3769614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헤더, ETag, 200·304 처리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169664"/>
            <a:ext cx="272034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251960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TL 데이터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4169664"/>
            <a:ext cx="838962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4251960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발행정보, 사업자·서비스, 인증서·상태 이력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652010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734306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등록 조건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4652010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4734306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서명, 신뢰앵커, 버전, 갱신 기한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134356"/>
            <a:ext cx="272034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5216652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연동 예제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5134356"/>
            <a:ext cx="838962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5216652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다운로드와 주기적 갱신 구현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5616702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698998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응답·오류 코드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46120" y="5616702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5698998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상태와 오류 본문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웨일은 공개 TL API에서 신뢰목록을 수신합니다.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83408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65704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3408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965704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http://localhost:18081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526536"/>
            <a:ext cx="272034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08832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XML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526536"/>
            <a:ext cx="838962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608832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/tl/kr-tl.xml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서명된 신뢰목록 XML 원문을 반환합니다.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169664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251960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해시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4169664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251960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/tl/kr-tl.sha2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 원문의 SHA-256을 바이너리 32바이트로 반환합니다.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812792"/>
            <a:ext cx="272034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895088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조회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812792"/>
            <a:ext cx="838962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895088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경로 모두 HEAD를 지원합니다.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5455920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538216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5455920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538216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인증 헤더 없이 호출합니다.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신뢰목록 수용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ETag로 변경 여부를 확인하고, XML의 TSLSequenceNumber로 배포 버전을 비교합니다.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3547872" cy="3566160"/>
          </a:xfrm>
          <a:prstGeom prst="rect">
            <a:avLst/>
          </a:prstGeom>
          <a:solidFill>
            <a:srgbClr val="E5F5F1"/>
          </a:solidFill>
          <a:ln w="12700">
            <a:solidFill>
              <a:srgbClr val="E5F5F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53288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04088" y="32004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등록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" y="3904488"/>
            <a:ext cx="314553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XML을 다운로드해 웨일에 파일로 등록합니다.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6824" y="2331720"/>
            <a:ext cx="3547872" cy="3566160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53288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507992" y="32004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등록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07992" y="3904488"/>
            <a:ext cx="314553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웨일이 API를 주기적으로 호출해 새 TL을 수신하고 등록합니다.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10728" y="2331720"/>
            <a:ext cx="3547872" cy="3566160"/>
          </a:xfrm>
          <a:prstGeom prst="rect">
            <a:avLst/>
          </a:prstGeom>
          <a:solidFill>
            <a:srgbClr val="E5F5F1"/>
          </a:solidFill>
          <a:ln w="12700">
            <a:solidFill>
              <a:srgbClr val="E5F5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53288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311896" y="32004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확인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11896" y="3904488"/>
            <a:ext cx="314553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시 TSLSequenceNumber를 현재 버전과 비교합니다. 등록 조건을 통과한 최신 버전을 적용합니다.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조회·갱신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요청은 XML과 ETag를 받고, 이후 요청은 저장한 ETag로 변경 여부를 확인합니다.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9153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7382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9153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7382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application/vnd.etsi.tsl+xml 또는 */*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4278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508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OK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34278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42508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Content-Type: application/vnd.etsi.tsl+xml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서명된 XML 원문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4038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76334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ETag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894038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76334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"sha256-&lt;64자리 16진수&gt;"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45290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758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요청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445290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52758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If-None-Match에 저장한 ETag를 따옴표까지 전달합니다.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99654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7883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304 Not Modified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99654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07883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없이 응답합니다. 현재 TL을 유지하고 NextUpdate를 확인합니다.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779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63009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Cache-Control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54779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63009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no-cache, no-transform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웨일은 TL에 등재된 인증서와 상태 이력을 PDF 서명 검증에 사용합니다.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35458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1396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60" y="2240280"/>
            <a:ext cx="436626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322576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240280"/>
            <a:ext cx="436626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2322576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883408"/>
            <a:ext cx="235458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5704"/>
            <a:ext cx="21396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SchemeInformation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2883408"/>
            <a:ext cx="436626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965704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TSLSequenceNumber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ListIssueDateTime / NextUpdate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69480" y="2883408"/>
            <a:ext cx="436626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2965704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버전, 발행 시각, 갱신 기한을 확인합니다.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526536"/>
            <a:ext cx="235458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08832"/>
            <a:ext cx="21396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TrustServiceProviderList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3526536"/>
            <a:ext cx="436626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3608832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및 서비스 목록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69480" y="3526536"/>
            <a:ext cx="436626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3608832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 인증서에 해당하는 서비스를 찾습니다.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169664"/>
            <a:ext cx="235458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251960"/>
            <a:ext cx="21396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ServiceInformation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80360" y="4169664"/>
            <a:ext cx="436626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4251960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유형·인증서·상태·효력 시각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69480" y="4169664"/>
            <a:ext cx="436626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4251960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경로를 연결하고 평가시각의 상태를 판단합니다.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4812792"/>
            <a:ext cx="235458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895088"/>
            <a:ext cx="21396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ServiceHistory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880360" y="4812792"/>
            <a:ext cx="436626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4895088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상태와 효력 시각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69480" y="4812792"/>
            <a:ext cx="436626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4895088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평가시각에 유효한 상태 구간을 선택합니다.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5455920"/>
            <a:ext cx="235458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5538216"/>
            <a:ext cx="21396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ds:Signature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880360" y="5455920"/>
            <a:ext cx="436626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5538216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 서명·서명 인증서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69480" y="5455920"/>
            <a:ext cx="436626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5538216"/>
            <a:ext cx="41513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신뢰앵커를 기준으로 TL 서명을 검증합니다.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데이터 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배포본에 사용하는 서비스 유형·상태·확장 값입니다.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9153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7382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URI 접두사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9153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7382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urn:example:kr-tl:poc:v1: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4278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508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유형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34278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42508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접두사 + service:ca / service:ocsp / service:tsa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4038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76334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894038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76334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접두사 + status:accredited / status:suspended / status:withdrawn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45290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758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네임스페이스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445290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52758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urn:example:kr-tl:poc:extensions:v1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99654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7883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TrustDomain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99654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07883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joint (공동인증) / simple (간편인증)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779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63009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TrustPointLevel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54779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63009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(ROOT) / 1 (CA)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조건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검사를 통과하면 XML 원문과 ETag를 함께 저장하고 검증에 적용합니다.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9153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7382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서명·인증 경로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9153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7382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samples/tl-root.pem을 신뢰앵커로 TL 서명과 인증 경로를 검증합니다.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4278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508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버전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34278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42508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현재보다 높은 TSLSequenceNumber와 늦은 발행 시각을 확인합니다.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4038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76334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버전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894038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76334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원문이면 유지합니다. 원문이 다르면 충돌로 처리합니다.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45290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758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버전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445290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52758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현재보다 낮은 버전은 등록을 거부합니다.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99654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7883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기한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99654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07883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NextUpdate가 현재 시각 이후인지 확인합니다.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779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63009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확장·상태 이력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54779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63009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확장과 상태 이력을 해석합니다. 미지원 critical 확장은 거부합니다.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다운로드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XML, 응답 헤더, 해시 파일을 현재 폴더에 저장합니다.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7543800" cy="378561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87168"/>
            <a:ext cx="71231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$base = 'http://localhost:18081'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curl.exe --fail-with-body -D tl-headers.txt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-H 'Accept: application/vnd.etsi.tsl+xml'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-o received-tl.xml "$base/tl/kr-tl.xml"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curl.exe --fail-with-body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-o received-tl.sha2 "$base/tl/kr-tl.sha2"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$bytes = [IO.File]::ReadAllBytes(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(Resolve-Path ./received-tl.sha2).Path)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[BitConverter]::ToString($bytes).Replace('-','')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(Get-FileHash ./received-tl.xml -Algorithm SHA256).Hash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366760" y="2926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끝의 백틱(`)을 포함해 실행합니다.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 비교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출력한 두 해시를 비교합니다. 다운로드 중 TL이 변경돼 불일치하면 다시 수신합니다.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갱신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acceptTl·saveTl은 웨일의 검증·저장 함수로 구현합니다. 호출 시 현재 TL의 NextUpdate를 확인합니다.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7543800" cy="378561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87168"/>
            <a:ext cx="71231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 function refreshTl(url, current, acceptTl, saveTl)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const headers = { Accept: 'application/vnd.etsi.tsl+xml'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if (current?.etag) headers['If-None-Match'] = current.etag;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const r = await fetch(url,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headers, credentials: 'omit', cache: 'no-cache'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if (r.status === 304) return current;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if (!r.ok) throw new Error('TL HTTP ' + r.status);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const xml = new Uint8Array(await r.arrayBuffer());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const accepted = await acceptTl(xml, current);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const next = { ...accepted, xml, etag: r.headers.get('ETag')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await saveTl(next);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return next;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366760" y="2926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웨일의 스케줄러에서 주기적으로 호출합니다. 첫 호출의 current는 null입니다.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검증·저장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acceptTl은 등록 조건을 검사하고 실패 시 예외를 던집니다. saveTl은 검사 결과와 원문을 저장합니다.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호출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페이지에서 호출할 때는 실행 환경의 혼합 콘텐츠 정책을 확인합니다.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9153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7382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9153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7382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Access-Control-Allow-Origin: *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4278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508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증명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34278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42508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credentials: omit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4038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76334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894038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76334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GET, HEAD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45290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758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요청 헤더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445290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52758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If-None-Match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99654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7883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응답 헤더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99654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07883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ETag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779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63009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 확장 기능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54779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63009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주소에 대한 확장 권한을 설정합니다.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01 · API 연동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응답·오류 코드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본문은 평문입니다.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35458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60" y="2240280"/>
            <a:ext cx="436626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322576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240280"/>
            <a:ext cx="436626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2322576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722626"/>
            <a:ext cx="235458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04922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2722626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804922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 / 바이너리 해시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69480" y="2722626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2804922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요청한 TL 또는 해시를 반환합니다.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204972"/>
            <a:ext cx="235458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287268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3204972"/>
            <a:ext cx="436626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3287268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69480" y="3204972"/>
            <a:ext cx="436626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3287268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ETag가 일치합니다.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687318"/>
            <a:ext cx="235458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769614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80360" y="3687318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769614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TL_NOT_PUBLISHED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69480" y="3687318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3769614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시스템에서 제공본을 선택해야 합니다.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4169664"/>
            <a:ext cx="235458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251960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880360" y="4169664"/>
            <a:ext cx="436626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4251960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NOT_ACCEPTABLE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69480" y="4169664"/>
            <a:ext cx="436626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4251960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Accept를 TSL 미디어 유형 또는 */*로 지정합니다.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4652010"/>
            <a:ext cx="235458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734306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880360" y="4652010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4734306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METHOD_NOT_ALLOWED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69480" y="4652010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4734306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또는 HEAD로 호출합니다.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2920" y="5134356"/>
            <a:ext cx="235458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5216652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880360" y="5134356"/>
            <a:ext cx="436626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9232" y="5216652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TL_UNAVAILABLE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269480" y="5134356"/>
            <a:ext cx="436626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8352" y="5216652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발행본을 제공할 수 없습니다.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02920" y="5616702"/>
            <a:ext cx="235458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5698998"/>
            <a:ext cx="213969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880360" y="5616702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5698998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INTERNAL_ERROR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269480" y="5616702"/>
            <a:ext cx="436626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88352" y="5698998"/>
            <a:ext cx="415137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내부 오류입니다.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KR-TL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TrustList API 연동 가이드</dc:title>
  <dc:subject>GUIDE 01 · API 연동</dc:subject>
  <dc:creator>KR-TL PoC</dc:creator>
  <cp:lastModifiedBy>KR-TL PoC</cp:lastModifiedBy>
  <cp:revision>1</cp:revision>
  <dcterms:created xsi:type="dcterms:W3CDTF">2026-10-28T00:56:25Z</dcterms:created>
  <dcterms:modified xsi:type="dcterms:W3CDTF">2026-10-28T00:56:25Z</dcterms:modified>
</cp:coreProperties>
</file>